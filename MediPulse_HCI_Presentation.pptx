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657600" cy="36576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2743200" cy="27432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2286000" cy="22860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64008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868680"/>
            <a:ext cx="16459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33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AE6FD"/>
                </a:solidFill>
              </a:rPr>
              <a:t>Hospital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54680"/>
            <a:ext cx="2286000" cy="36576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37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HCI Project — Practical Application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Human-Computer Interaction Principles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</a:rPr>
              <a:t>Subject: BCSE415L — Human-Computer Interaction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904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🏥 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4904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MediPulse HMS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75688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⚙️ 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488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React + Vite + Express.js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34056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07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👥  User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072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Patient • Doctor •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92424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655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📚  HCI Concepts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655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14 Principles Applied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50791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239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📝  Files Modified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23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11 Source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09159"/>
            <a:ext cx="512064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782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✅  Tests 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782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All API &amp; UI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2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BCSE415L  |  HCI Course Project  |  MediPulse Hospital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What is MediPulse HMS?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84C7"/>
                </a:solidFill>
              </a:rPr>
              <a:t>MediPulse HMS</a:t>
            </a:r>
          </a:p>
          <a:p>
            <a:pPr algn="l"/>
            <a:r>
              <a:rPr sz="6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0F172A"/>
                </a:solidFill>
              </a:rPr>
              <a:t>A full-stack, multi-role Hospital Management System</a:t>
            </a:r>
          </a:p>
          <a:p>
            <a:pPr algn="l"/>
            <a:r>
              <a:rPr sz="1300" b="0" i="0">
                <a:solidFill>
                  <a:srgbClr val="0F172A"/>
                </a:solidFill>
              </a:rPr>
              <a:t>built with React 19 + Vite (frontend) and Express.js</a:t>
            </a:r>
          </a:p>
          <a:p>
            <a:pPr algn="l"/>
            <a:r>
              <a:rPr sz="1300" b="0" i="0">
                <a:solidFill>
                  <a:srgbClr val="0F172A"/>
                </a:solidFill>
              </a:rPr>
              <a:t>(backend), featuring three distinct role-based portals.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3657600" cy="21945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365760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🩺  Patient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Book appointments
View records &amp; bills
Access prescriptions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2286000"/>
            <a:ext cx="3657600" cy="21945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2286000"/>
            <a:ext cx="36576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⚕️  Doctor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2816352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Manage schedule
Patient EHR access
Lab orders &amp; Rx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7" y="2286000"/>
            <a:ext cx="3657600" cy="21945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7" y="2286000"/>
            <a:ext cx="36576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5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🛡️  Admin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816352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Manage all staff
Beds, billing, reports
System settings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09160"/>
            <a:ext cx="1133856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React 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79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Vite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Express.js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199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19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JWT Auth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9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Lucide Icons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4828032"/>
            <a:ext cx="16916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48646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Vanilla 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Technology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86400"/>
            <a:ext cx="11338560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5595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🎯  HCI Goal:  Identify usability problems in the existing interface and apply course-taught principles (Shneiderman, Nielsen, Fitts, Norman, Gestalt) to make targeted, meaningful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HCI Concepts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All principles sourced from course materials — BCSE415L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3657600" cy="21945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36576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533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Shneiderman's
8 Golden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057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Rules 2, 4, 6, 8
applied across
5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188720"/>
            <a:ext cx="3657600" cy="21945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188720"/>
            <a:ext cx="36576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3533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Fitts's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057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Target size &amp;
placement for
faster clicks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5" y="1188720"/>
            <a:ext cx="3657600" cy="21945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5" y="1188720"/>
            <a:ext cx="3657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533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Nielsen's 10
Heuristics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2057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H1, H3, H5, H6
applied to
forms &amp; feedback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57600"/>
            <a:ext cx="3657600" cy="21945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36576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</a:rPr>
              <a:t>Norman's Design
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Affordance,
Feedback &amp;
Signifiers applied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657600"/>
            <a:ext cx="3657600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65760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Gestalt
Principles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Figure-ground
for empty states
&amp; grouping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5" y="3657600"/>
            <a:ext cx="3657600" cy="219456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5" y="3657600"/>
            <a:ext cx="3657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WCAG 2.1 AA
Accessibility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Focus rings,
ARIA attributes,
Screen readers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14 distinct usability problems identified and resolved  •  11 files modified  •  All changes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Shneiderman's Eight Golden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Applied to MediPulse HMS — Module 1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216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Strive for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1848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Consistent button styles, colours &amp; labels throughout all 3 portals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216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Offer informative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61848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Loading spinner on demo login • Toast notifications for every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6888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46888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8163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5420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Design dialogs for 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4436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Confirmation modal shows consequences before destructive action completes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46888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46888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8163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420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Prevent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4436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Sign Out confirmation • Doctor Deactivation modal • Form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79476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79476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1422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867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Allow reversal of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2702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Cancel button in every confirmation dialog • Safe exits provided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9476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9476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41422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867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Reduce memory 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702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Inline error messages • Required-field legend • Input format hints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12064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12064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54681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1937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Support internal locus of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596127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Role switcher • Settings panel • User controls their own workflow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120640"/>
            <a:ext cx="5577840" cy="117043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5120640"/>
            <a:ext cx="502920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54681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1937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Reduce short-term memory 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596127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✅ Empty-state UI • Consistent icons • Recognition over recall patterns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 8 Golden Rules have been addressed in the MediPulse HMS codebase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Fitts's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Movement time to a target depends on its size and distance — Module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1338560" cy="914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Definition: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207008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The time to acquire a target is a function of the distance to the target and the size of the target.</a:t>
            </a:r>
          </a:p>
          <a:p>
            <a:pPr algn="l"/>
            <a:r>
              <a:rPr sz="1200" b="1" i="0">
                <a:solidFill>
                  <a:srgbClr val="0284C7"/>
                </a:solidFill>
              </a:rPr>
              <a:t>T = a + b × log₂(2D/W)     →     Larger targets = Faster clicks = Better usability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Before vs. After — Sidebar Collapse Button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43200"/>
            <a:ext cx="5303520" cy="25603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30352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337560"/>
            <a:ext cx="640080" cy="6400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40156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4164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</a:rPr>
              <a:t>Button size: 28 × 28 px</a:t>
            </a:r>
          </a:p>
          <a:p>
            <a:pPr algn="l"/>
            <a:r>
              <a:rPr sz="4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Too small for reliable clicking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Easy to miss-click on adjacent items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Violates Fitts's Law — small target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increases acquisition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4C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743200"/>
            <a:ext cx="530352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743200"/>
            <a:ext cx="53035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788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AFTER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3291840"/>
            <a:ext cx="768096" cy="76809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364992"/>
            <a:ext cx="7680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</a:rPr>
              <a:t>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41648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Button size: 38 × 38 px  (+36% larger)</a:t>
            </a:r>
          </a:p>
          <a:p>
            <a:pPr algn="l"/>
            <a:r>
              <a:rPr sz="4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Larger target = faster acquisition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Fewer miss-clicks on frequently-used control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• Directly applies Fitts's Law principle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from course Module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Code change:  style={{ width: 28, height: 28 }}  →  style={{ width: 38, height: 38 }}   in Sidebar.jsx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Nielsen's Usability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10 Heuristics — 4 Applied to MediPulse HMS — Module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2743200" cy="52120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274320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243584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Visibility of
System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Problem: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Problem: Demo login buttons gave no
feedback when clicked.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2560320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Solution: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Fix: Loading spinner appears on the
clicked button for 600ms, confirming
the system is processing.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✅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188720"/>
            <a:ext cx="2743200" cy="52120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188720"/>
            <a:ext cx="27432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243584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 Control
&amp; Freedom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Problem: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103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Problem: Sign Out and Doctor
Deactivate had no cancel option.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154680"/>
            <a:ext cx="256032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2918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5661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Fix: Confirmation dialogs with clear
Cancel button — users can always
escape accidental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✅ 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188720"/>
            <a:ext cx="2743200" cy="52120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188720"/>
            <a:ext cx="274320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243584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Error
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Problem: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03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Problem: Registration form accepted
any input without checking.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154680"/>
            <a:ext cx="256032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Solution: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661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Fix: Per-field validation runs as you
type. Invalid fields highlighted in red
before submission is allowed.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✅ Applied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1188720"/>
            <a:ext cx="2743200" cy="52120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1188720"/>
            <a:ext cx="2743200" cy="5029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1243584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Recognition
not Recall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</a:rPr>
              <a:t>Problem: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10312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Problem: Empty search results showed
blank white space — confusing.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154680"/>
            <a:ext cx="2560320" cy="228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32918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</a:rPr>
              <a:t>Solution: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56616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Fix: Contextual empty-state UI with
icon, message, and 'Clear Filters'
button — no guesswork needed.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11D48"/>
                </a:solidFill>
              </a:rPr>
              <a:t>✅ Applied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Norman's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Affordance • Feedback • Signifiers • Conceptual Models — Module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5577840" cy="2331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669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47672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261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Affordance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459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Controls should look like what they 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039112"/>
            <a:ext cx="4800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130552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Before: Password field had no visual cue
that it could reveal its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2084832"/>
            <a:ext cx="18288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13055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After: Eye icon toggle added to the
password field — clicking it
reveals/hides the typed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170432"/>
            <a:ext cx="5577840" cy="2331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170432"/>
            <a:ext cx="566928" cy="2331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947672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61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459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The system must communicate the result of every 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039112"/>
            <a:ext cx="4800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130552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Before: Form inputs all looked the same
whether valid or invalid.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16568" y="2084832"/>
            <a:ext cx="18288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13055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After: Colour-coded borders:
Red border = invalid field
Green border = valid field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30752"/>
            <a:ext cx="5577840" cy="2331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730752"/>
            <a:ext cx="566928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507992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8221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Signifiers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206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Mark where actions should occur.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4599432"/>
            <a:ext cx="4800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690872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Before: No indication of which fields
were required on the sign-up 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4645152"/>
            <a:ext cx="18288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469087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After: Asterisk (*) added on each
required label + legend:
'Fields marked * are required'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730752"/>
            <a:ext cx="5577840" cy="2331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730752"/>
            <a:ext cx="566928" cy="2331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4507992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8221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</a:rPr>
              <a:t>Conceptual
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06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Colour must match user's mental model.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4599432"/>
            <a:ext cx="4800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690872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Before: Deactivate button was red — even
before the final confirmation step.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16568" y="4645152"/>
            <a:ext cx="18288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469087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After: Changed to amber (caution) before
confirmation; red only on the final
destructive confirm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Accessibility &amp; Gestalt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WCAG 2.1 AA  •  Figure-Ground  •  Proximity  • 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5577840" cy="53949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577840" cy="43891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♿  WCAG 2.1 AA Accessibility Improvements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✅  Focus Ring on All Buttons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0848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Tab through any element — a clear
3px blue outline ring appears.
Keyboard users can always see focus.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33472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791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✅  ARIA on Modal Dialogs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80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aria-labelledby, aria-modal, role=dialog
added to all Modal components so
screen readers describe the dialog.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7530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✅  Focus Trap in Modals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770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Tab key cycles only within the open
dialog — users cannot accidentally
reach background content.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25696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471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✅  aria-current='page' on Nav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73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Active sidebar item is announced
by screen readers as 'current page'.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367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✅  aria-live Toast Announcements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Notifications are read aloud by
screen readers when they appear.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1170432"/>
            <a:ext cx="5577840" cy="5394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1170432"/>
            <a:ext cx="557784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🔷  Gestalt Principles 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1737360"/>
            <a:ext cx="530352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Figure-Ground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— Empty search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2140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When no doctors match a filter, a distinct
empty-state UI (icon + message + button)
clearly separates 'no data' from the background.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2852928"/>
            <a:ext cx="530352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Proximity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898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— Form field grouping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236976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Related fields (Name+Email, Age+Gender)
are grouped in a 2-column grid so users
perceive them as logically connected.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3968496"/>
            <a:ext cx="530352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0142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Similarity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01421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— Badge colour coding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35254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All success states use green, warning
states use amber, and errors use red —
creating a consistent visual language.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5084064"/>
            <a:ext cx="530352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129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Common Region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1297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— Card containers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46811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Each stat card, modal section, and
form group is enclosed in a bordered
container to signal a distinct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Implementation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Theory → Code — Every change maps to a specific HCI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78992"/>
            <a:ext cx="292608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78992"/>
            <a:ext cx="256032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097280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HCI Principle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078992"/>
            <a:ext cx="192024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0972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File Changed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078992"/>
            <a:ext cx="411480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09728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 Benefit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444752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49047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Password Show/Hide 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49047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Norman — Affordance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AuthScreens.jsx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4904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Reduces login failures from mistyped passwords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792224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37943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Per-field Inline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837943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Nielsen H5 + Shneiderman R6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183794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AuthScreens.jsx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837943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Errors caught at input, not at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139696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185415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Required-field Legend (*)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185415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Norman — Signifiers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9" y="21854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AuthScreens.jsx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185415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Users instantly know which fields are mandatory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487168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5328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Demo Login Spinner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253288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Shneiderman R2 + Nielsen H1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59" y="2532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AuthScreens.jsx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25328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System status always visible during login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834640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88036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Sidebar Toggle Button 38px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288036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Fitts's Law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880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Sidebar.jsx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28803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Larger target = faster, more accurate clicks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182112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22783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Sign Out Confirmation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22783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Shneiderman R4 + Nielsen H3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59" y="32278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Sidebar.jsx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322783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Accidental logouts prevented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529584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57530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Doctor Deactivation Modal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357530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Shneiderman R4 + Nielsen H3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59" y="35753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ManageDoctors.jsx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35753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Clinical staff can't deactivate accidentally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877056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39227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Deactivate → Amber Button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392277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Norman — Conceptual Models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59" y="39227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ManageDoctors.jsx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39227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Colour semantics: amber=caution, red=danger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224528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2702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Empty State on 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2702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Nielsen H6 + Gestalt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59" y="42702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ManageDoctors.jsx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42702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Users recognise the state; know how to recover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572000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46177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Warning Toast 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6120" y="461772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Shneiderman R2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59" y="4617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Toast.jsx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18120" y="46177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4-level feedback: success/info/warning/danger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4919472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49651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Focus Rings (:focus-visible)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6120" y="496519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WCAG 2.1 AA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59" y="49651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components.css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496519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Keyboard users can navigate the full interface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5266944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3126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ARIA on Modal + Focus Trap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531266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WCAG 2.1 AA + Nielsen H4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59" y="53126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Modal.jsx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53126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Screen readers describe dialog; focus contained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614416"/>
            <a:ext cx="1188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6601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Form Error/Success CSS States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46120" y="566013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Norman — Feedback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59" y="56601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components.css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20" y="56601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Colour-coded borders signal validity instantly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5961888"/>
            <a:ext cx="11887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0076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Mobile Responsive Auth Screen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46120" y="600760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Human-Centred Design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52159" y="6007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layout.css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18120" y="60076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Login form usable on all screen sizes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Key UI Changes — Before &amp;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Visualising the HCI improvements in the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25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1.  Sign Out — Confirmation Added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645920"/>
            <a:ext cx="2560320" cy="16916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1645920"/>
            <a:ext cx="2560320" cy="274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733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[ Sign Out ]  ← Immediately logs out
No warning, no cancel option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645920"/>
            <a:ext cx="2560320" cy="1691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645920"/>
            <a:ext cx="2560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6733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659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⚠  Sign out of MediPulse?
[ Sign Out ]    [ Cancel ]
← User can safely abort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3401568"/>
            <a:ext cx="5486400" cy="237744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" y="3438144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Shneiderman Rule 4 + Nielsen H3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170432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225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2.  Registration — Inline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9" y="1645920"/>
            <a:ext cx="2560320" cy="16916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1645920"/>
            <a:ext cx="2560320" cy="274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733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659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 Name: [             ]
Email:     [             ]
← No hints, no error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645920"/>
            <a:ext cx="2560320" cy="1691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645920"/>
            <a:ext cx="2560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67335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6596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 Name *: [ Jane Smith  ] ✅
Email *:     [ bad-email  ] ❌
⚠ Please enter a valid email address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79" y="3401568"/>
            <a:ext cx="5486400" cy="237744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799" y="3438144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Nielsen H5 + Shneiderman Rule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76472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83133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3.  Password — Show/Hide Toggle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79" y="4251960"/>
            <a:ext cx="2560320" cy="16916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79" y="4251960"/>
            <a:ext cx="2560320" cy="274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793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Password: [••••••••]
← No way to verify typing
← Leads to login failures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251960"/>
            <a:ext cx="2560320" cy="1691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46120" y="4251960"/>
            <a:ext cx="2560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42793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572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Password: [••••••••] 👁
← Click eye to reveal/hide
← Reduces login errors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79" y="6007608"/>
            <a:ext cx="5486400" cy="237744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199" y="6044184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Norman — Affordance &amp; Feedback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776472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79" y="383133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4.  Empty Search 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79" y="4251960"/>
            <a:ext cx="2560320" cy="16916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79" y="4251960"/>
            <a:ext cx="2560320" cy="274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2793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572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[Search: 'zzz']
┌─────────────┐
│             │  ← Blank white space
└─────────────┘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4251960"/>
            <a:ext cx="2560320" cy="1691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89720" y="4251960"/>
            <a:ext cx="2560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42793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572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[Search: 'zzz']
   🩺  No doctors found
No results for 'zzz'.
[ Clear Filters 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79" y="6007608"/>
            <a:ext cx="5486400" cy="237744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799" y="6044184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Nielsen H6 + Gestalt (Figure-Ground)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Backend Verification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Express.js REST API tested — all endpoints confirmed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1133856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Architecture:  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React (Frontend)  ⟷  Express.js REST API  ⟷  JSON Flat-file Database  |  JWT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1"/>
            <a:ext cx="3611880" cy="347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" y="212140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 Endpoint / Command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084831"/>
            <a:ext cx="1783080" cy="347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121408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84831"/>
            <a:ext cx="1097280" cy="347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212140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084831"/>
            <a:ext cx="4983480" cy="347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59" y="21214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Response /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50592"/>
            <a:ext cx="118414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249631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GET  /api/health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59" y="2496312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Backend health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249631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4963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{"status":"healthy","version":"1.0.0"}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25496"/>
            <a:ext cx="11841480" cy="3566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28712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POST /api/auth/login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2871216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Patient demo login + 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287121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287121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user object + signed JWT token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00400"/>
            <a:ext cx="118414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32461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POST /api/auth/login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59" y="324612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Doctor demo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59" y="32461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324612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doctor user + JWT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75304"/>
            <a:ext cx="11841480" cy="3566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362102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POST /api/auth/login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59" y="3621024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Admin demo 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59" y="362102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62102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admin user + JWT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950208"/>
            <a:ext cx="118414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9" y="399592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GET  /api/doctors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59" y="3995928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Fetch all doctors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59" y="399592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59" y="3995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6 doctors with full clinical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325112"/>
            <a:ext cx="11841480" cy="3566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43708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GET  /api/appointments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59" y="4370832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Fetch appointments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59" y="437083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59" y="43708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confirmed appointments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00016"/>
            <a:ext cx="118414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59" y="47457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GET  /api/patients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59" y="4745736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Fetch patient 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59" y="474573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9" y="474573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Returns registered patient 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074920"/>
            <a:ext cx="11841480" cy="3566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51206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GET  /api/nonexistent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59" y="512064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404 error handling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59" y="512064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59" y="512064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{"success":false,"message":"endpoint not found"}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449824"/>
            <a:ext cx="118414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59" y="549554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npm run dev  (Vite)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59" y="5495544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Frontend dev server starts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59" y="5495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59" y="549554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Ready on http://localhost:5173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824728"/>
            <a:ext cx="11841480" cy="3566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58704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node server/index.js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59" y="5870448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Backend server starts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59" y="5870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✅ PASS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59" y="58704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Active on http://localhost:5000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510528"/>
            <a:ext cx="11612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 All 10 tests PASSED  •  84 backend packages installed  •  0 vulnerabilities found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Utility Files — Run &amp;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Two batch files added to the project root for easy launch &amp;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5486400" cy="53218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48640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0700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Run_Project.bat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What it does: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Starts both servers with one double-click.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865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1: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865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Checks Node.js is installed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443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2: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Verifies frontend node_modules exist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02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3: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5021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Verifies backend node_modules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5993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4: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05993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Warns if port 5000 is already in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5: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17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Opens backend terminal → http://localhost:5000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755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Step 6: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1755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Opens frontend terminal → http://localhost:5173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332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On error: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733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Shows exact fix command — never silent failure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170432"/>
            <a:ext cx="5486400" cy="532180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170432"/>
            <a:ext cx="548640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20700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Check_Requirements.bat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Sample output: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24028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134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3134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Node.js 20.18.0 detected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274320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163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8163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npm v10.x found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24612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319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3192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Frontend node_modules present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74904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221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8221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Backend node_modules present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25196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3251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325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Port 5000 available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75488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8280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Port 5173 available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25780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330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3309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All essential files found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760720"/>
            <a:ext cx="5257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833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[PASS]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8338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All packages installed (deep check)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10528"/>
            <a:ext cx="11612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Run Check_Requirements.bat FIRST  →  then Run_Project.bat  →  open http://localhost:5173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Files Modified &amp;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Targeted changes only — existing functionality 100% preserved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8208" y="2011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MediPulse 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133856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143000" cy="3291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20700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1170432"/>
            <a:ext cx="3337560" cy="3291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20700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170432"/>
            <a:ext cx="6537960" cy="3291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207008"/>
            <a:ext cx="6446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17904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9" y="158191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58191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src/styles/components.css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581912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Focus rings, form error/success states, btn-warning, toast-warning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47672"/>
            <a:ext cx="118414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2011679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011679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src/styles/index.css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2011679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Spin animation, .spinner, .sr-only utility, --amber-700 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77439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2441447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441447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src/styles/layout.css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2441447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Mobile responsive auth screen (640px breakpoint)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07208"/>
            <a:ext cx="118414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2871215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871215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src/components/common/Modal.jsx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2871215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ARIA attributes, focus trap, auto-focus on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36976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" y="33009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30098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src/components/common/Toast.jsx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3300984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Warning toast type, role=alert, aria-live announcements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66744"/>
            <a:ext cx="118414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373075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7307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src/components/common/Sidebar.jsx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3730752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Fitts's Law button size, Sign Out confirmation, aria-current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96511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9" y="41605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16052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src/components/auth/AuthScreens.jsx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4160520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Password toggle, validation, spinner, required legend, mobile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526280"/>
            <a:ext cx="118414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" y="459028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</a:rPr>
              <a:t>MODIFIED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45902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src/components/admin/ManageDoctors.jsx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59" y="4590288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Deactivation confirmation modal, empty state, colour fix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956048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59" y="502005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NEW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4480" y="502005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Run_Project.bat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59" y="5020056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One-click launcher — starts backend + frontend automatically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385816"/>
            <a:ext cx="118414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59" y="54498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NEW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44982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Check_Requirements.bat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5449824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PASS/WARN/FAIL prerequisite diagnostic checker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815583"/>
            <a:ext cx="11841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" y="587959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NEW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587959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4C7"/>
                </a:solidFill>
              </a:rPr>
              <a:t>check_requirements.js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59" y="5879592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Node.js deep dependency &amp; version validator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245352"/>
            <a:ext cx="11841480" cy="4572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2910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4C7"/>
                </a:solidFill>
              </a:rPr>
              <a:t>✅  8 files modified  •  3 new files created  •  Core architecture, routing, and data unchanged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572000"/>
            <a:ext cx="5486400" cy="54864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"/>
            <a:ext cx="3657600" cy="36576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486400"/>
            <a:ext cx="2743200" cy="2743200"/>
          </a:xfrm>
          <a:prstGeom prst="ellipse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200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AE6FD"/>
                </a:solidFill>
              </a:rPr>
              <a:t>What was achieved in this HCI project: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011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usability problems identified and resolved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1460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6946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606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distinct HCI theories applied from course materials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6382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200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source files modified or created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75818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794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Shneiderman Golden Rules demonstrated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5254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Nielsen Heuristics implemented (H1, H3, H5, H6)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46903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98347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of existing features preserved — no rebuilding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86400"/>
            <a:ext cx="914400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541264"/>
            <a:ext cx="877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5577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backend API tests passed — 0 vulnerabilities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188720"/>
            <a:ext cx="3017520" cy="5349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Key Takeaway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73736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182880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change in this project is:
→  Directly traceable to a
    course HCI principle
→  Implemented in real code
→  Tested and verified
→  Explained with UX benefit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10528"/>
            <a:ext cx="11612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E6FD"/>
                </a:solidFill>
              </a:rPr>
              <a:t>MediPulse HMS  •  BCSE415L Human-Computer Interaction  •  HCI Course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